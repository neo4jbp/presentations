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4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FE762-C261-43A2-AA2A-2438F839BABA}" type="datetimeFigureOut">
              <a:rPr lang="hu-HU" smtClean="0"/>
              <a:t>2017.06.08.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C9164-79E7-4C6C-9637-2F80FD9DF1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63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9C9164-79E7-4C6C-9637-2F80FD9DF1E5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3135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9C9164-79E7-4C6C-9637-2F80FD9DF1E5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2322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9C9164-79E7-4C6C-9637-2F80FD9DF1E5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675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612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dirty="0" err="1" smtClean="0"/>
              <a:t>GraphConnect</a:t>
            </a:r>
            <a:r>
              <a:rPr lang="hu-HU" b="1" dirty="0" smtClean="0"/>
              <a:t> 2017 Europe, lapszemle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079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5993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051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8963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909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14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562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266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297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216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 smtClean="0"/>
              <a:t>GraphConnect 2017 Europe, lapszemle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5FECE-3A98-4A03-886F-EEE767DD25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155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 smtClean="0">
                <a:effectLst/>
              </a:rPr>
              <a:t>GraphConnect</a:t>
            </a:r>
            <a:r>
              <a:rPr lang="hu-HU" b="1" dirty="0" smtClean="0">
                <a:effectLst/>
              </a:rPr>
              <a:t> 2017 Europe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London, 2017 május 11.</a:t>
            </a:r>
          </a:p>
          <a:p>
            <a:endParaRPr lang="hu-HU" dirty="0"/>
          </a:p>
          <a:p>
            <a:r>
              <a:rPr lang="hu-HU" dirty="0" smtClean="0"/>
              <a:t>lapszemle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6037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Data </a:t>
            </a:r>
            <a:r>
              <a:rPr lang="hu-HU" dirty="0" err="1" smtClean="0"/>
              <a:t>Journalism</a:t>
            </a:r>
            <a:r>
              <a:rPr lang="hu-HU" dirty="0" smtClean="0"/>
              <a:t>, </a:t>
            </a:r>
            <a:r>
              <a:rPr lang="hu-HU" dirty="0" err="1" smtClean="0"/>
              <a:t>Investigative</a:t>
            </a:r>
            <a:r>
              <a:rPr lang="hu-HU" dirty="0" smtClean="0"/>
              <a:t> </a:t>
            </a:r>
            <a:r>
              <a:rPr lang="hu-HU" dirty="0" err="1" smtClean="0"/>
              <a:t>Journalism</a:t>
            </a:r>
            <a:endParaRPr lang="hu-HU" dirty="0"/>
          </a:p>
        </p:txBody>
      </p:sp>
      <p:pic>
        <p:nvPicPr>
          <p:cNvPr id="5" name="Tartalom helye 4" descr="C:\Users\mdoma\AppData\Local\Microsoft\Windows\INetCache\Content.Word\Képernyőfelvétel (878)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489" y="1896894"/>
            <a:ext cx="3373311" cy="19872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átum hely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 smtClean="0"/>
              <a:t>2017.06.08.</a:t>
            </a:r>
            <a:endParaRPr lang="hu-HU" dirty="0"/>
          </a:p>
        </p:txBody>
      </p:sp>
      <p:sp>
        <p:nvSpPr>
          <p:cNvPr id="9" name="Élőláb hely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10" name="Dia számának hely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2</a:t>
            </a:fld>
            <a:endParaRPr lang="hu-HU"/>
          </a:p>
        </p:txBody>
      </p:sp>
      <p:sp>
        <p:nvSpPr>
          <p:cNvPr id="12" name="Tartalom helye 2"/>
          <p:cNvSpPr txBox="1">
            <a:spLocks/>
          </p:cNvSpPr>
          <p:nvPr/>
        </p:nvSpPr>
        <p:spPr>
          <a:xfrm>
            <a:off x="838199" y="1893720"/>
            <a:ext cx="6885563" cy="36790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smtClean="0"/>
              <a:t>Adatforrások</a:t>
            </a:r>
          </a:p>
          <a:p>
            <a:pPr lvl="1"/>
            <a:r>
              <a:rPr lang="hu-HU" dirty="0" smtClean="0"/>
              <a:t>Dokumentumok</a:t>
            </a:r>
          </a:p>
          <a:p>
            <a:pPr lvl="1"/>
            <a:r>
              <a:rPr lang="hu-HU" dirty="0" smtClean="0"/>
              <a:t>e-mailek</a:t>
            </a:r>
          </a:p>
          <a:p>
            <a:pPr lvl="1"/>
            <a:r>
              <a:rPr lang="hu-HU" dirty="0" smtClean="0"/>
              <a:t>Nyilvános adatbázisok</a:t>
            </a:r>
          </a:p>
          <a:p>
            <a:pPr lvl="1"/>
            <a:r>
              <a:rPr lang="hu-HU" dirty="0" smtClean="0"/>
              <a:t>Közösségi oldalak</a:t>
            </a:r>
          </a:p>
          <a:p>
            <a:pPr lvl="1"/>
            <a:r>
              <a:rPr lang="hu-HU" dirty="0" smtClean="0"/>
              <a:t>…</a:t>
            </a:r>
          </a:p>
          <a:p>
            <a:r>
              <a:rPr lang="hu-HU" dirty="0" smtClean="0"/>
              <a:t>Jó adat, rossz adat, hiányos adatok, zaj</a:t>
            </a:r>
          </a:p>
          <a:p>
            <a:r>
              <a:rPr lang="hu-HU" dirty="0" smtClean="0"/>
              <a:t>Elemzés, értelmezés</a:t>
            </a:r>
          </a:p>
          <a:p>
            <a:r>
              <a:rPr lang="hu-HU" dirty="0" smtClean="0"/>
              <a:t>Story</a:t>
            </a:r>
            <a:endParaRPr lang="hu-HU" dirty="0"/>
          </a:p>
        </p:txBody>
      </p:sp>
      <p:pic>
        <p:nvPicPr>
          <p:cNvPr id="13" name="Kép 12" descr="C:\Users\mdoma\AppData\Local\Microsoft\Windows\INetCache\Content.Word\Képernyőfelvétel (89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489" y="4090355"/>
            <a:ext cx="3371407" cy="1990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92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Graph</a:t>
            </a:r>
            <a:r>
              <a:rPr lang="hu-HU" dirty="0" smtClean="0"/>
              <a:t> </a:t>
            </a:r>
            <a:r>
              <a:rPr lang="hu-HU" dirty="0" err="1" smtClean="0"/>
              <a:t>Thinking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199" y="1893720"/>
            <a:ext cx="6885563" cy="3679038"/>
          </a:xfrm>
        </p:spPr>
        <p:txBody>
          <a:bodyPr>
            <a:normAutofit fontScale="77500" lnSpcReduction="20000"/>
          </a:bodyPr>
          <a:lstStyle/>
          <a:p>
            <a:endParaRPr lang="hu-HU" dirty="0" smtClean="0"/>
          </a:p>
          <a:p>
            <a:r>
              <a:rPr lang="hu-HU" dirty="0"/>
              <a:t>Komplex rendszerek </a:t>
            </a:r>
            <a:r>
              <a:rPr lang="hu-HU" dirty="0" smtClean="0"/>
              <a:t>megismerése</a:t>
            </a:r>
          </a:p>
          <a:p>
            <a:r>
              <a:rPr lang="hu-HU" dirty="0" smtClean="0"/>
              <a:t>Hálózatos megközelítés</a:t>
            </a:r>
          </a:p>
          <a:p>
            <a:r>
              <a:rPr lang="hu-HU" dirty="0" smtClean="0"/>
              <a:t>Gráfok</a:t>
            </a:r>
          </a:p>
          <a:p>
            <a:endParaRPr lang="hu-HU" dirty="0"/>
          </a:p>
          <a:p>
            <a:r>
              <a:rPr lang="hu-HU" dirty="0"/>
              <a:t>Statikus állapot elemzése, időbeli változások és hatások elemzése</a:t>
            </a:r>
          </a:p>
          <a:p>
            <a:r>
              <a:rPr lang="hu-HU" dirty="0" smtClean="0"/>
              <a:t>Korábban nem ismert vagy nem elemzett területek megismerése</a:t>
            </a:r>
          </a:p>
          <a:p>
            <a:r>
              <a:rPr lang="hu-HU" dirty="0" smtClean="0"/>
              <a:t>Adatok/kapcsolatok</a:t>
            </a:r>
            <a:r>
              <a:rPr lang="hu-HU" dirty="0"/>
              <a:t>, gráf modellek, elemzés, </a:t>
            </a:r>
            <a:r>
              <a:rPr lang="hu-HU" dirty="0" smtClean="0"/>
              <a:t>ellenőrzés, eredmények felhasználása</a:t>
            </a:r>
            <a:endParaRPr lang="hu-HU" dirty="0"/>
          </a:p>
          <a:p>
            <a:endParaRPr lang="hu-HU" dirty="0"/>
          </a:p>
        </p:txBody>
      </p:sp>
      <p:pic>
        <p:nvPicPr>
          <p:cNvPr id="5" name="Kép 4" descr="C:\Users\mdoma\AppData\Local\Microsoft\Windows\INetCache\Content.Word\Képernyőfelvétel (887)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489" y="2739611"/>
            <a:ext cx="3373311" cy="19872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7" name="Élőláb hely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04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Graph</a:t>
            </a:r>
            <a:r>
              <a:rPr lang="hu-HU" dirty="0" smtClean="0"/>
              <a:t> </a:t>
            </a:r>
            <a:r>
              <a:rPr lang="hu-HU" dirty="0" err="1" smtClean="0"/>
              <a:t>Native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1825625"/>
            <a:ext cx="6788285" cy="4351338"/>
          </a:xfrm>
        </p:spPr>
        <p:txBody>
          <a:bodyPr/>
          <a:lstStyle/>
          <a:p>
            <a:r>
              <a:rPr lang="hu-HU" dirty="0" smtClean="0"/>
              <a:t>Az adatokat eddig </a:t>
            </a:r>
            <a:r>
              <a:rPr lang="hu-HU" dirty="0" smtClean="0"/>
              <a:t>SQL adatbázisban tároltuk, de gráf adatbázisból egyszerűbb gyorsabb a feldolgozás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dirty="0" smtClean="0"/>
              <a:t>Üzleti/időkritikus esetekben fontos a gyorsaság pl.: bankkártya tranzakciók értékelése, ajánlórendszerek</a:t>
            </a:r>
          </a:p>
          <a:p>
            <a:endParaRPr lang="hu-HU" dirty="0" smtClean="0"/>
          </a:p>
          <a:p>
            <a:r>
              <a:rPr lang="hu-HU" dirty="0" smtClean="0"/>
              <a:t>Utólagos ellenőrzés helyett </a:t>
            </a:r>
            <a:r>
              <a:rPr lang="hu-HU" dirty="0" err="1" smtClean="0"/>
              <a:t>proaktivitás</a:t>
            </a:r>
            <a:endParaRPr lang="hu-HU" dirty="0" smtClean="0"/>
          </a:p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4</a:t>
            </a:fld>
            <a:endParaRPr lang="hu-HU"/>
          </a:p>
        </p:txBody>
      </p:sp>
      <p:pic>
        <p:nvPicPr>
          <p:cNvPr id="7" name="Kép 6" descr="C:\Users\mdoma\AppData\Local\Microsoft\Windows\INetCache\Content.Word\Képernyőfelvétel (888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489" y="2868049"/>
            <a:ext cx="3373311" cy="1972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995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Human Capital Management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1825625"/>
            <a:ext cx="6379723" cy="4351338"/>
          </a:xfrm>
        </p:spPr>
        <p:txBody>
          <a:bodyPr>
            <a:normAutofit fontScale="92500"/>
          </a:bodyPr>
          <a:lstStyle/>
          <a:p>
            <a:r>
              <a:rPr lang="hu-HU" dirty="0"/>
              <a:t>HR rendszer -&gt; Komplex </a:t>
            </a:r>
            <a:r>
              <a:rPr lang="hu-HU" dirty="0" smtClean="0"/>
              <a:t>kapcsolatok</a:t>
            </a:r>
          </a:p>
          <a:p>
            <a:r>
              <a:rPr lang="hu-HU" dirty="0" smtClean="0"/>
              <a:t>Aktuális </a:t>
            </a:r>
            <a:r>
              <a:rPr lang="hu-HU" dirty="0"/>
              <a:t>helyzet </a:t>
            </a:r>
            <a:r>
              <a:rPr lang="hu-HU" dirty="0" smtClean="0"/>
              <a:t>felmérése</a:t>
            </a:r>
          </a:p>
          <a:p>
            <a:endParaRPr lang="hu-HU" dirty="0" smtClean="0"/>
          </a:p>
          <a:p>
            <a:pPr lvl="0"/>
            <a:r>
              <a:rPr lang="hu-HU" dirty="0"/>
              <a:t>Munkacsoportok kialakítása, megfelelő képességekkel és gyakorlattal rendelkező tagok megfelelő időben rendelkezésre </a:t>
            </a:r>
            <a:r>
              <a:rPr lang="hu-HU" dirty="0" smtClean="0"/>
              <a:t>állása</a:t>
            </a:r>
            <a:endParaRPr lang="hu-HU" dirty="0"/>
          </a:p>
          <a:p>
            <a:pPr lvl="0"/>
            <a:r>
              <a:rPr lang="hu-HU" dirty="0"/>
              <a:t>Karrier utak támogatása, fejlesztési igények meghatározása</a:t>
            </a:r>
          </a:p>
          <a:p>
            <a:r>
              <a:rPr lang="hu-HU" dirty="0"/>
              <a:t>Stratégiai célok elérése, szükséges képességek </a:t>
            </a:r>
          </a:p>
        </p:txBody>
      </p:sp>
      <p:pic>
        <p:nvPicPr>
          <p:cNvPr id="4" name="Picture 3" descr="Képernyőfelvétel (885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454" y="2009933"/>
            <a:ext cx="2577832" cy="177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Kép 4" descr="C:\Users\mdoma\AppData\Local\Microsoft\Windows\INetCache\Content.Word\Képernyőfelvétel (886)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941" y="4185601"/>
            <a:ext cx="3326859" cy="19913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7" name="Élőláb hely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142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Human Capital Management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6</a:t>
            </a:fld>
            <a:endParaRPr lang="hu-HU"/>
          </a:p>
        </p:txBody>
      </p:sp>
      <p:pic>
        <p:nvPicPr>
          <p:cNvPr id="2050" name="Picture 2" descr="Képernyőfelvétel (875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137" y="1471076"/>
            <a:ext cx="6541952" cy="4885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404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Human Capital Management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változások végrehajtására rövid idő áll rendelkezésre, </a:t>
            </a:r>
            <a:r>
              <a:rPr lang="hu-HU" dirty="0" smtClean="0"/>
              <a:t>kevés a </a:t>
            </a:r>
            <a:r>
              <a:rPr lang="hu-HU" dirty="0"/>
              <a:t>lehetőség a </a:t>
            </a:r>
            <a:r>
              <a:rPr lang="hu-HU" dirty="0" smtClean="0"/>
              <a:t>korrekcióra</a:t>
            </a:r>
            <a:endParaRPr lang="hu-HU" dirty="0"/>
          </a:p>
          <a:p>
            <a:r>
              <a:rPr lang="hu-HU" dirty="0"/>
              <a:t>Siker vagy kudarc már az elején </a:t>
            </a:r>
            <a:r>
              <a:rPr lang="hu-HU" dirty="0" smtClean="0"/>
              <a:t>eldől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Technikai oldal: adatmodellezés, gráf </a:t>
            </a:r>
            <a:r>
              <a:rPr lang="hu-HU" dirty="0" smtClean="0"/>
              <a:t>elemzés</a:t>
            </a:r>
            <a:endParaRPr lang="hu-HU" dirty="0"/>
          </a:p>
          <a:p>
            <a:r>
              <a:rPr lang="hu-HU" dirty="0"/>
              <a:t>Relációs adatbázis -&gt; SQL ; Gráf adatbázis -&gt; CYPHER</a:t>
            </a:r>
          </a:p>
          <a:p>
            <a:r>
              <a:rPr lang="hu-HU" dirty="0"/>
              <a:t>Humán oldal: </a:t>
            </a:r>
            <a:r>
              <a:rPr lang="hu-HU" dirty="0" smtClean="0"/>
              <a:t>elégedettség</a:t>
            </a:r>
            <a:r>
              <a:rPr lang="hu-HU" dirty="0"/>
              <a:t>, </a:t>
            </a:r>
            <a:r>
              <a:rPr lang="hu-HU" dirty="0" smtClean="0"/>
              <a:t>teljesítmény, emberi </a:t>
            </a:r>
            <a:r>
              <a:rPr lang="hu-HU" dirty="0"/>
              <a:t>kapcsolatok, vállalati </a:t>
            </a:r>
            <a:r>
              <a:rPr lang="hu-HU" dirty="0" smtClean="0"/>
              <a:t>kultúra</a:t>
            </a:r>
            <a:endParaRPr lang="hu-HU" dirty="0"/>
          </a:p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51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35476" y="2159540"/>
            <a:ext cx="10515600" cy="4015600"/>
          </a:xfrm>
        </p:spPr>
        <p:txBody>
          <a:bodyPr>
            <a:normAutofit/>
          </a:bodyPr>
          <a:lstStyle/>
          <a:p>
            <a:pPr algn="ctr"/>
            <a:r>
              <a:rPr lang="hu-HU" dirty="0" err="1" smtClean="0"/>
              <a:t>Graph</a:t>
            </a:r>
            <a:r>
              <a:rPr lang="hu-HU" dirty="0" smtClean="0"/>
              <a:t> Rock</a:t>
            </a:r>
            <a:br>
              <a:rPr lang="hu-HU" dirty="0" smtClean="0"/>
            </a:br>
            <a:r>
              <a:rPr lang="hu-HU" dirty="0"/>
              <a:t/>
            </a:r>
            <a:br>
              <a:rPr lang="hu-HU" dirty="0"/>
            </a:b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dirty="0" smtClean="0"/>
              <a:t>Doma Miklós</a:t>
            </a:r>
            <a:br>
              <a:rPr lang="hu-HU" sz="3200" dirty="0" smtClean="0"/>
            </a:br>
            <a:r>
              <a:rPr lang="hu-HU" sz="3200" dirty="0"/>
              <a:t/>
            </a:r>
            <a:br>
              <a:rPr lang="hu-HU" sz="3200" dirty="0"/>
            </a:br>
            <a:r>
              <a:rPr lang="hu-HU" sz="3200" dirty="0"/>
              <a:t/>
            </a:r>
            <a:br>
              <a:rPr lang="hu-HU" sz="3200" dirty="0"/>
            </a:br>
            <a:r>
              <a:rPr lang="hu-HU" sz="2200" dirty="0" smtClean="0"/>
              <a:t>http://graphconnect.com/gc2017-europe/</a:t>
            </a:r>
            <a:endParaRPr lang="hu-HU" sz="220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smtClean="0"/>
              <a:t>2017.06.08.</a:t>
            </a:r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b="1" smtClean="0"/>
              <a:t>GraphConnect 2017 Europe, lapszemle</a:t>
            </a: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FECE-3A98-4A03-886F-EEE767DD25DA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880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257</Words>
  <Application>Microsoft Office PowerPoint</Application>
  <PresentationFormat>Szélesvásznú</PresentationFormat>
  <Paragraphs>69</Paragraphs>
  <Slides>8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Office-téma</vt:lpstr>
      <vt:lpstr>GraphConnect 2017 Europe</vt:lpstr>
      <vt:lpstr>Data Journalism, Investigative Journalism</vt:lpstr>
      <vt:lpstr>Graph Thinking</vt:lpstr>
      <vt:lpstr>Graph Native</vt:lpstr>
      <vt:lpstr>Human Capital Management</vt:lpstr>
      <vt:lpstr>Human Capital Management</vt:lpstr>
      <vt:lpstr>Human Capital Management</vt:lpstr>
      <vt:lpstr>Graph Rock   Doma Miklós   http://graphconnect.com/gc2017-europe/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GraphConnect 2017 Europe</dc:title>
  <dc:creator>mdoma</dc:creator>
  <cp:lastModifiedBy>mdoma</cp:lastModifiedBy>
  <cp:revision>15</cp:revision>
  <dcterms:created xsi:type="dcterms:W3CDTF">2017-06-08T08:33:37Z</dcterms:created>
  <dcterms:modified xsi:type="dcterms:W3CDTF">2017-06-08T10:50:12Z</dcterms:modified>
</cp:coreProperties>
</file>